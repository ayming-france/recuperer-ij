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ayming.fr/ressources-humaines/arrets-de-travail/remboursements-ijss-et-prevoyance/?utm_source=slides-sales&amp;utm_medium=print&amp;utm_campaign=recuperer-ij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a-saisie-des-arrets-maladie-et-la-gestion-des-ijss-a-la-caisse-depargne-hauts-de-france/?utm_source=slides-sales&amp;utm_medium=print&amp;utm_campaign=recuperer-ij&amp;utm_content=testimonial" TargetMode="External"/><Relationship Id="rId4" Type="http://schemas.openxmlformats.org/officeDocument/2006/relationships/hyperlink" Target="https://www.ayming.fr/temoignages-clients/externalisation-ijss-clinique-du-parc/?utm_source=slides-sales&amp;utm_medium=print&amp;utm_campaign=recuperer-ij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079319" y="2031933"/>
            <a:ext cx="4033056" cy="40071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15857" y="1526483"/>
            <a:ext cx="3767723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08113" y="1526483"/>
            <a:ext cx="37677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